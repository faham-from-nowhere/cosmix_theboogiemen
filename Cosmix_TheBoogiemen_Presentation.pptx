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SAR Ship Detection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Cosmix The Boogiemen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An Explainable, Defended, Edge-Deployed Radar Target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The Challenge - Noise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SAR Imagery is notoriously noisy, saturated with speckle artifacts.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Small target obfuscation: Target ships blend into background ocean clutter.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"Black Box" Models: Operators cannot trust AI targeting blindly.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Network Vulnerability: Standard nets collapse when adversarial noise is injected.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Phase 1 &amp; 2: MVP &amp; GAN Data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YOLOv8-nano detection core dynamically processes massive raw structures.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Programmatic translation of COCO JSON to normalized YOLO labels.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PyTorch Deep Convolutional GAN (DCGAN) synthesizes raw 64x64 footprints.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Seamless injection of synthesized chips perfectly stretches dataset fidelity.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Phase 3: Concept-Based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Stripped away 'Black Box' nature to extract structural radar metrics (RCS &amp; Laplacian Variance).</a:t>
            </a:r>
          </a:p>
        </p:txBody>
      </p:sp>
      <p:pic>
        <p:nvPicPr>
          <p:cNvPr id="4" name="Picture 3" descr="explainable_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116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Phase 4: Zero-Server WebAssembly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Bypassed entire GPU clouds by flattening the neural architecture.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ONNX Graph: Converted best.pt into an agnostic standalone .onnx graph.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WebAssembly Runtime: onnxruntime-web execution exclusively via client CPU.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Sleek Glassmorphism HTML/JS frontend requiring purely zero backend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Phase 5: Adversarial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Spatial protective shield restoring network failure via adaptive defense filtering.</a:t>
            </a:r>
          </a:p>
        </p:txBody>
      </p:sp>
      <p:pic>
        <p:nvPicPr>
          <p:cNvPr id="4" name="Picture 3" descr="attack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3840480" cy="3840480"/>
          </a:xfrm>
          <a:prstGeom prst="rect">
            <a:avLst/>
          </a:prstGeom>
        </p:spPr>
      </p:pic>
      <p:pic>
        <p:nvPicPr>
          <p:cNvPr id="5" name="Picture 4" descr="defend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Phase 6: Sentinel Scale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E6E6E6"/>
                </a:solidFill>
              </a:defRPr>
            </a:pPr>
            <a:r>
              <a:t>800x800 tiling sliding windows scaling dynamically across multi-gigapixel satellite matrices.</a:t>
            </a:r>
          </a:p>
        </p:txBody>
      </p:sp>
      <p:pic>
        <p:nvPicPr>
          <p:cNvPr id="4" name="Picture 3" descr="sentinel2_final_outp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6400800" cy="4090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1DAFB"/>
                </a:solidFill>
                <a:latin typeface="Arial"/>
              </a:defRPr>
            </a:pPr>
            <a:r>
              <a:t>Mission Accomplished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Pipeline fully mapped, defended, and edge-deployed.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Live interactive interface available on our GitHub Pages Repository.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Thank You!</a:t>
            </a:r>
          </a:p>
          <a:p>
            <a:pPr>
              <a:defRPr sz="2400">
                <a:solidFill>
                  <a:srgbClr val="E6E6E6"/>
                </a:solidFill>
                <a:latin typeface="Arial"/>
              </a:defRPr>
            </a:pPr>
            <a:r>
              <a:t>Cosmix The Boogiemen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